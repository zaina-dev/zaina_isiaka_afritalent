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08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zaina-dev.github.io/ZAINA_ISIAKA_AfriTalent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zaina-dev.github.io/ZAINA_ISIAKA_AfriTalent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657600" cy="3657600"/>
          </a:xfrm>
          <a:prstGeom prst="ellipse">
            <a:avLst/>
          </a:prstGeom>
          <a:solidFill>
            <a:srgbClr val="F97316">
              <a:alpha val="8000"/>
            </a:srgbClr>
          </a:solidFill>
          <a:ln/>
        </p:spPr>
      </p:sp>
      <p:pic>
        <p:nvPicPr>
          <p:cNvPr id="4" name="Image 0" descr="images/icon_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AfriTalent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vitrine — Plateforme de mise en relation entre freelances tech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entreprises en Afrique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4617720"/>
            <a:ext cx="201168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Zaina Isiaka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: </a:t>
            </a: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1 R_T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r>
              <a:rPr lang="en-US" sz="15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02/</a:t>
            </a:r>
            <a:r>
              <a:rPr lang="en-US" sz="15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</a:t>
            </a:r>
            <a:r>
              <a:rPr lang="en-US" sz="15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</a:t>
            </a: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737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67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2677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— palette &amp; typographies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7980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7980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3284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32841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— JS, Bootstrap, CSS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858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8587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workflow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1737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2267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22677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27980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27980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33284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20840" y="332841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Présentation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6" name="Image 0" descr="image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Contexte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222199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freelance tech explose en Afrique : de plus en plus de développeurs, designers et créateurs de contenu cherchent une plateforme fiable pour proposer leurs services.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4747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1" descr="images/icon_id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118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4290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Objectif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08760" y="377647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 le site vitrine complet d'une plateforme fictive, « AfriTalent », qui présente la plateforme, ses fonctionnalités, ses tarifs et des profils de freelances.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50292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6" name="Image 2" descr="images/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6636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9834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Public cible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533095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audiences à convaincre : les freelances tech africains en recherche de missions, et les entreprises en recherche de talents qualifiés.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269480" y="1691640"/>
            <a:ext cx="4389120" cy="4526280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58952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AfriTalent en chiffres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58952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(objectifs affichés sur la page d'accueil)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589520" y="2834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2500+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7589520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inscrits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589520" y="3886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800+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7589520" y="4416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partenaires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589520" y="4937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12000+</a:t>
            </a:r>
            <a:endParaRPr lang="en-US" sz="3000" dirty="0"/>
          </a:p>
        </p:txBody>
      </p:sp>
      <p:sp>
        <p:nvSpPr>
          <p:cNvPr id="27" name="Text 22"/>
          <p:cNvSpPr/>
          <p:nvPr/>
        </p:nvSpPr>
        <p:spPr>
          <a:xfrm>
            <a:off x="7589520" y="5468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réalisées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Palette de couleurs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identité contrastée, inspirée de l'énergie africaine : un fond sombre premium associé à un orange vibrant qui incarne le dynamisme et l'esprit entrepreneurial.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450592"/>
            <a:ext cx="1636776" cy="105156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58444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Bleu nuit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385876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#0B1220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4096512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principal — sérieux, premium, tech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15768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80360" y="2450592"/>
            <a:ext cx="1636776" cy="1051560"/>
          </a:xfrm>
          <a:prstGeom prst="roundRect">
            <a:avLst>
              <a:gd name="adj" fmla="val 5217"/>
            </a:avLst>
          </a:prstGeom>
          <a:solidFill>
            <a:srgbClr val="142238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358444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Bleu ardoise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0360" y="385876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#142238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80360" y="4096512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Cartes, sections secondaires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82896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47488" y="2450592"/>
            <a:ext cx="1636776" cy="1051560"/>
          </a:xfrm>
          <a:prstGeom prst="roundRect">
            <a:avLst>
              <a:gd name="adj" fmla="val 5217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047488" y="358444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Orange vif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47488" y="385876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#F97316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47488" y="4096512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— CTA, badges, éléments actifs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50024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14616" y="2450592"/>
            <a:ext cx="1636776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14616" y="358444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Blanc cassé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385876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#F8FAFC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14616" y="4096512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des pages claires (À propos)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217152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81744" y="2450592"/>
            <a:ext cx="1636776" cy="1051560"/>
          </a:xfrm>
          <a:prstGeom prst="roundRect">
            <a:avLst>
              <a:gd name="adj" fmla="val 5217"/>
            </a:avLst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9381744" y="358444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Gris ardoise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81744" y="385876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#64748B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81744" y="4096512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secondaires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Typographies &amp; inspirations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Typographie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Poppins / Bricolage Grotesque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— une sans-serif expressive et arrondie, à fort impact visuel, en écho aux tendances 2026 (typographie géométrique et affirmée).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4846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courant — excellente lisibilité sur écran, très utilisée dans les interfaces SaaS modernes, idéale pour les descriptions de profils et les fiches tarifs.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5257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: contraste fort entre un titre expressif et un corps de texte sobre, pour guider l'œil tout en gardant une lecture confortable sur mobile comme sur desktop.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7373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Inspirations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251460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238658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03720" y="26791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page en blocs modulaires façon « boîte à bento », tendance dominante du design web 2026.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329184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316382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Vercel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03720" y="34564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sombres, minimalistes, à forte hiérarchie typographique.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406908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394106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Dribbble — Talent platforms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03720" y="42336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de profils avec notation, tags de compétences et CTA clairs.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484632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471830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 / clair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03720" y="501091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jour/nuit pour s'adapter aux préférences visuelles des utilisateurs.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Arborescence du 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AfriTalent/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index.html            (Accueil)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freelances.html       (Nos Freelances)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tarifs.html           (Tarifs)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about.html            (À propos)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blog.html             (Blog)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contact.html          (Contact)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css/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style.css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js/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main.js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assets/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images/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0" y="1691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Organisation en 6 pages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2194560"/>
            <a:ext cx="292608" cy="29260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55080" y="216712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statistiques, appels à l'action « Je suis Freelance » / « Je cherche un Freelance 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880360"/>
            <a:ext cx="292608" cy="29260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285292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profils filtrable par catégorie (Dev Web, UI/UX, Marketing, Data &amp; IA)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566160"/>
            <a:ext cx="292608" cy="29260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353872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des formules d'abonnement pour entreprises et freelances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4251960"/>
            <a:ext cx="292608" cy="29260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422452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Histoire, valeurs et présentation de l'équipe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4937760"/>
            <a:ext cx="292608" cy="29260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91032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&amp; Contact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Contenus éditoriaux et formulaire de prise de contact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Aperçu des pages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292608"/>
          </a:xfrm>
          <a:prstGeom prst="roundRect">
            <a:avLst>
              <a:gd name="adj" fmla="val 21875"/>
            </a:avLst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9222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9222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79222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9" name="Image 0" descr="images/home_crop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39112"/>
            <a:ext cx="3429000" cy="27733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4681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169164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1691640"/>
            <a:ext cx="3611880" cy="292608"/>
          </a:xfrm>
          <a:prstGeom prst="roundRect">
            <a:avLst>
              <a:gd name="adj" fmla="val 21875"/>
            </a:avLst>
          </a:prstGeom>
          <a:solidFill>
            <a:srgbClr val="E2E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26280" y="179222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4" name="Shape 11"/>
          <p:cNvSpPr/>
          <p:nvPr/>
        </p:nvSpPr>
        <p:spPr>
          <a:xfrm>
            <a:off x="4709160" y="179222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179222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16" name="Image 1" descr="images/freelances_crop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039112"/>
            <a:ext cx="3429000" cy="267426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0" y="54681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Freelances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0" y="169164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0" y="1691640"/>
            <a:ext cx="3611880" cy="292608"/>
          </a:xfrm>
          <a:prstGeom prst="roundRect">
            <a:avLst>
              <a:gd name="adj" fmla="val 21875"/>
            </a:avLst>
          </a:prstGeom>
          <a:solidFill>
            <a:srgbClr val="E2E8F0"/>
          </a:solidFill>
          <a:ln/>
        </p:spPr>
      </p:sp>
      <p:sp>
        <p:nvSpPr>
          <p:cNvPr id="20" name="Shape 16"/>
          <p:cNvSpPr/>
          <p:nvPr/>
        </p:nvSpPr>
        <p:spPr>
          <a:xfrm>
            <a:off x="8366760" y="179222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1" name="Shape 17"/>
          <p:cNvSpPr/>
          <p:nvPr/>
        </p:nvSpPr>
        <p:spPr>
          <a:xfrm>
            <a:off x="8549640" y="179222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2" name="Shape 18"/>
          <p:cNvSpPr/>
          <p:nvPr/>
        </p:nvSpPr>
        <p:spPr>
          <a:xfrm>
            <a:off x="8732520" y="179222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23" name="Image 2" descr="images/about_crop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039112"/>
            <a:ext cx="3429000" cy="287235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29600" y="54681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JavaScript — logique &amp; interactivité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160520"/>
          </a:xfrm>
          <a:prstGeom prst="roundRect">
            <a:avLst>
              <a:gd name="adj" fmla="val 1758"/>
            </a:avLst>
          </a:prstGeom>
          <a:solidFill>
            <a:srgbClr val="0B122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Filtrage dynamique des freelances par catégorie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buttons = document.querySelectorAll('.filter-btn');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cards = document.querySelectorAll('.freelance-card');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buttons.forEach(btn =&gt; {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btn.addEventListener('click', () =&gt; {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cat = btn.dataset.category;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cards.forEach(card =&gt; {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match = cat === 'Tous' ||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card.dataset.category === cat;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card.style.display = match ? 'block' : 'none';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Bascule mode sombre / clair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toggleBtn.addEventListener('click', () =&gt; {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document.body.classList.toggle('light-mode');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12280" y="1691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Logique implémentée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12280" y="219456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0" y="23042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catégorie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0" y="257860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carte freelance porte un attribut data-category ; un clic sur un bouton filtre affiche/masque les cartes correspondantes sans recharger la page.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12280" y="338328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0" y="34930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 / clair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376732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bouton bascule une classe CSS sur &lt;body&gt;, permettant de changer instantanément la palette de couleurs.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12280" y="457200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46817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top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49560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bouton flottant apparaît après un certain défilement et ramène l'utilisateur en haut de page en douceur.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Bootstrap &amp; CSS avancé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Composants Bootstrap utilisés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5915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12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system (container, row, col-*) pour la mise en page responsive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90779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614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 avec menu collapsible sur mobile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45643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31012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pour les profils freelances et les formules tarifaires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00507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8587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pour les catégories de compétences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55371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4074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(btn-primary / btn-outline) pour les CTA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10235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9560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pour la confirmation d'inscription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0B122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CSS avancé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2860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Bento Grid responsive */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.bento-grid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repeat(3, 1fr);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1.5rem;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Variables CSS pour le thème */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--color-accent: #F97316;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--color-bg: #0B1220;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Transition douce sur les cartes */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.freelance-card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transform .25s ease;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.freelance-card:hover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translateY(-6px);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GitHub &amp;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Workflow Git suivi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17627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/ clone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du dépôt local relié à GitHub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365760" cy="36576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8346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réguliers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commit par fonctionnalité ou correction, messages descriptifs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11296"/>
            <a:ext cx="365760" cy="36576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4930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de travail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de fonctionnalités isolées avant fusion sur main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9664"/>
            <a:ext cx="365760" cy="36576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15137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continue vers le dépôt distant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28032"/>
            <a:ext cx="365760" cy="36576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80974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automatique du site à chaque mise à jour de main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6916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0B122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0" descr="images/icon_githu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6596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0664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Dépôt du projet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12280" y="2697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GitHub Pages :</a:t>
            </a:r>
            <a:endParaRPr lang="en-US" sz="1150" dirty="0"/>
          </a:p>
        </p:txBody>
      </p:sp>
      <p:sp>
        <p:nvSpPr>
          <p:cNvPr id="24" name="Text 21">
            <a:hlinkClick r:id="rId4"/>
          </p:cNvPr>
          <p:cNvSpPr/>
          <p:nvPr/>
        </p:nvSpPr>
        <p:spPr>
          <a:xfrm>
            <a:off x="681228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zaina-dev.github.io/ZAINA_ISIAKA_AfriTalent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812280" y="3520440"/>
            <a:ext cx="4480560" cy="0"/>
          </a:xfrm>
          <a:prstGeom prst="line">
            <a:avLst/>
          </a:prstGeom>
          <a:noFill/>
          <a:ln w="12700">
            <a:solidFill>
              <a:srgbClr val="24344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12280" y="3703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commits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812280" y="40233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compléter avec une capture de l'onglet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Commits » du dépôt GitHub — nombre total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commits, fréquence, principaux jalons]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Difficultés rencontrées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6" name="Image 0" descr="images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Responsive design du Bento Grid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grille en blocs inégaux se déformait sur mobile.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4251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CSS Grid avec des media queries dédiées, et grid-template-areas réorganisées pour l'affichage mobile.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2" name="Image 1" descr="images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20848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5603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Filtrage JS sans rechargement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26280" y="32004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filtrage par catégorie rafraîchissait la page et perdait l'état du scroll.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26280" y="4251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par de la manipulation du DOM en JavaScript pur (classList / style.display) déclenchée par des écouteurs d'événements.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1965960"/>
            <a:ext cx="457200" cy="45720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8" name="Image 2" descr="images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08483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25603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Cohérence du mode sombre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275320" y="32004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contrastes texte/fond devenaient illisibles en basculant de thème.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75320" y="4251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de variables CSS (--color-*) redéfinies selon la classe de thème sur &lt;body&gt;.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Ressources &amp; documentation utilisées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6" name="Image 0" descr="images/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38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MDN Web Docs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HTML, CSS et JavaScript pour la syntaxe et les bonnes pratiques.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1" descr="images/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0848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938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Documentation Bootstrap 5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2628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(navbar, cards, grid system, modals) et classes utilitaires.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965960"/>
            <a:ext cx="457200" cy="45720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6" name="Image 2" descr="images/icon_bru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0848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938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Google Fonts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7532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des polices Poppins/Bricolage Grotesque et Inter.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1" name="Image 3" descr="images/icon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0050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Unsplash / Pexels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4348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d'images libres de droits pour les visuels de profils.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6576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886200"/>
            <a:ext cx="457200" cy="45720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6" name="Image 4" descr="images/icon_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400507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CSS-Tricks / web.dev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26280" y="44348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Tutoriels sur le Bento Grid et les bonnes pratiques d'accessibilité.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6576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3886200"/>
            <a:ext cx="457200" cy="45720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1" name="Image 5" descr="images/icon_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400507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GitHub Docs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75320" y="44348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du workflow Git et de la publication via GitHub Pages.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Démonstration live du site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555350" y="1581912"/>
            <a:ext cx="5080994" cy="4151376"/>
          </a:xfrm>
          <a:prstGeom prst="roundRect">
            <a:avLst>
              <a:gd name="adj" fmla="val 1762"/>
            </a:avLst>
          </a:prstGeom>
          <a:solidFill>
            <a:srgbClr val="14223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mages/home_crop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078" y="1691640"/>
            <a:ext cx="4861538" cy="3931920"/>
          </a:xfrm>
          <a:prstGeom prst="rect">
            <a:avLst/>
          </a:prstGeom>
        </p:spPr>
      </p:pic>
      <p:sp>
        <p:nvSpPr>
          <p:cNvPr id="7" name="Text 4">
            <a:hlinkClick r:id="rId4"/>
          </p:cNvPr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zaina-dev.github.io/ZAINA_ISIAKA_AfriTalent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114800"/>
            <a:ext cx="4572000" cy="45720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42238"/>
          </a:solidFill>
          <a:ln/>
        </p:spPr>
      </p:sp>
      <p:pic>
        <p:nvPicPr>
          <p:cNvPr id="6" name="Image 0" descr="image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16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288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vitrine complet et fonctionnel, fidèle aux tendances web 2026 (Bento Grid, mode sombre, typographie expressive)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42238"/>
          </a:solidFill>
          <a:ln/>
        </p:spPr>
      </p:sp>
      <p:pic>
        <p:nvPicPr>
          <p:cNvPr id="9" name="Image 1" descr="image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803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974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pensée pour deux publics — freelances et entreprises — avec des parcours clairs pour chacun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42238"/>
          </a:solidFill>
          <a:ln/>
        </p:spPr>
      </p:sp>
      <p:pic>
        <p:nvPicPr>
          <p:cNvPr id="12" name="Image 2" descr="image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490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5661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interactivité JavaScript pertinente : filtrage dynamique, bascule de thème, navigation fluide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44348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42238"/>
          </a:solidFill>
          <a:ln/>
        </p:spPr>
      </p:sp>
      <p:pic>
        <p:nvPicPr>
          <p:cNvPr id="15" name="Image 3" descr="image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1772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4348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qui a permis de consolider HTML, CSS avancé, Bootstrap, JavaScript et le workflow Git/GitHub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ENSUITE 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Perspectives d'amélioration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4223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pic>
        <p:nvPicPr>
          <p:cNvPr id="7" name="Image 0" descr="images/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396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Backend &amp; base de données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26060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vraie API et une base de données pour rendre les inscriptions et les profils dynamiques.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7373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42238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011680"/>
            <a:ext cx="548640" cy="54864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pic>
        <p:nvPicPr>
          <p:cNvPr id="12" name="Image 1" descr="images/icon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1396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Application mobile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83680" y="26060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Décliner l'expérience en application native pour les freelances en déplacement.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7033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42238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pic>
        <p:nvPicPr>
          <p:cNvPr id="17" name="Image 2" descr="images/icon_too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10565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995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Espace personnel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68680" y="4572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tableau de bord pour gérer profil, missions et facturation.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37033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42238"/>
          </a:solidFill>
          <a:ln/>
        </p:spPr>
      </p:sp>
      <p:sp>
        <p:nvSpPr>
          <p:cNvPr id="21" name="Shape 16"/>
          <p:cNvSpPr/>
          <p:nvPr/>
        </p:nvSpPr>
        <p:spPr>
          <a:xfrm>
            <a:off x="6537960" y="3977640"/>
            <a:ext cx="548640" cy="54864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pic>
        <p:nvPicPr>
          <p:cNvPr id="22" name="Image 3" descr="images/icon_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10565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3995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Accessibilité &amp; SEO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583680" y="4572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l'accessibilité (ARIA, contrastes) et le référencement naturel.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973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Merci pour votre attention !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1418</Words>
  <Application>Microsoft Office PowerPoint</Application>
  <PresentationFormat>Grand écran</PresentationFormat>
  <Paragraphs>275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Présentation de projet</dc:title>
  <dc:subject>PptxGenJS Presentation</dc:subject>
  <dc:creator>Zaina Isiaka</dc:creator>
  <cp:lastModifiedBy>Muksoft</cp:lastModifiedBy>
  <cp:revision>2</cp:revision>
  <dcterms:created xsi:type="dcterms:W3CDTF">2026-07-03T08:43:48Z</dcterms:created>
  <dcterms:modified xsi:type="dcterms:W3CDTF">2026-07-03T09:00:46Z</dcterms:modified>
</cp:coreProperties>
</file>